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urce Sans 3" panose="020B0604020202020204" charset="0"/>
      <p:regular r:id="rId9"/>
    </p:embeddedFont>
    <p:embeddedFont>
      <p:font typeface="Source Serif 4 Semi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7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690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323" y="2982397"/>
            <a:ext cx="4887754" cy="22646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32002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InsureAI System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Smart Insurance Management Platform Connecting Admins, Agents, and Customers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8014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Authentication System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947154"/>
            <a:ext cx="3614618" cy="2490430"/>
          </a:xfrm>
          <a:prstGeom prst="roundRect">
            <a:avLst>
              <a:gd name="adj" fmla="val 403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31940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Login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71059" y="3689628"/>
            <a:ext cx="31207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authenticate with email and encrypted password for protected access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947154"/>
            <a:ext cx="3614618" cy="2490430"/>
          </a:xfrm>
          <a:prstGeom prst="roundRect">
            <a:avLst>
              <a:gd name="adj" fmla="val 403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3194090"/>
            <a:ext cx="312074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Role-Based Registration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4993" y="4041577"/>
            <a:ext cx="312074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users select their role (Customer, Agent, or Admin) during signup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676900"/>
            <a:ext cx="7468553" cy="1372433"/>
          </a:xfrm>
          <a:prstGeom prst="roundRect">
            <a:avLst>
              <a:gd name="adj" fmla="val 73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923836"/>
            <a:ext cx="31740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71059" y="6419374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Simple, intuitive design makes account creation and login effortless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0D921A-A2BE-089A-759E-ED0CF6211AD0}"/>
              </a:ext>
            </a:extLst>
          </p:cNvPr>
          <p:cNvSpPr/>
          <p:nvPr/>
        </p:nvSpPr>
        <p:spPr>
          <a:xfrm>
            <a:off x="12879659" y="7738946"/>
            <a:ext cx="1661531" cy="40144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789" y="2945606"/>
            <a:ext cx="5046821" cy="233838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5077" y="1593890"/>
            <a:ext cx="5630823" cy="51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Admin Dashboard Overview</a:t>
            </a:r>
            <a:endParaRPr lang="en-US" sz="3250" dirty="0"/>
          </a:p>
        </p:txBody>
      </p:sp>
      <p:sp>
        <p:nvSpPr>
          <p:cNvPr id="5" name="Text 1"/>
          <p:cNvSpPr/>
          <p:nvPr/>
        </p:nvSpPr>
        <p:spPr>
          <a:xfrm>
            <a:off x="615077" y="2162294"/>
            <a:ext cx="255603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Centralized Control Panel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15077" y="2614255"/>
            <a:ext cx="7913846" cy="48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serves as the command center for monitoring users, appointments, and insurance plans through a unified interface.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15077" y="3295174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5077" y="3747135"/>
            <a:ext cx="7913846" cy="82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Overview: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Track all registered accounts.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 Assignment: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Assign and manage Customer, Agent, and Admin roles.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Account Control: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Securely manage user statuses.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5077" y="4762024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5077" y="5213985"/>
            <a:ext cx="7913846" cy="53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Distribution: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Insights on Customers, Agents, and Admins.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Appointment Tracking: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Monitor statuses (Scheduled, Completed, Cancelled, Pending).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15077" y="5940028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Quick Actions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15077" y="6391989"/>
            <a:ext cx="7913846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 access to key operations: Add User, Create Plan, and View Reports.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21" y="2687360"/>
            <a:ext cx="5075039" cy="28547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62305" y="1418868"/>
            <a:ext cx="3872032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Agent Dashboard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062305" y="2072521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command center for managing schedules, client relationships, and appointment workflows.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6062305" y="2421731"/>
            <a:ext cx="7992189" cy="1399342"/>
          </a:xfrm>
          <a:prstGeom prst="roundRect">
            <a:avLst>
              <a:gd name="adj" fmla="val 493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470" y="2681228"/>
            <a:ext cx="82272" cy="82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29851" y="2593896"/>
            <a:ext cx="235850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Availability &amp; Scheduling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429851" y="2903696"/>
            <a:ext cx="7452479" cy="745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Time Slots: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Define flexible time ranges for client bookings.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Calendar Integration: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View visual patterns of availability.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Updates: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Modify availability in real-time.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062305" y="4047292"/>
            <a:ext cx="7992189" cy="1399342"/>
          </a:xfrm>
          <a:prstGeom prst="roundRect">
            <a:avLst>
              <a:gd name="adj" fmla="val 4939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470" y="4306788"/>
            <a:ext cx="82272" cy="822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29851" y="4219456"/>
            <a:ext cx="2193846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Appointment Workflow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429851" y="4529257"/>
            <a:ext cx="7452479" cy="745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Scheduled: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View upcoming meetings and client details.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Completed: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Track history of finalized sessions.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Cancelled: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Manage status updates for removed appointments.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062305" y="5672852"/>
            <a:ext cx="7992189" cy="1137761"/>
          </a:xfrm>
          <a:prstGeom prst="roundRect">
            <a:avLst>
              <a:gd name="adj" fmla="val 607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470" y="5932349"/>
            <a:ext cx="82272" cy="822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29851" y="5845016"/>
            <a:ext cx="2095976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Interactions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429851" y="6154817"/>
            <a:ext cx="7452479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 Tracking: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Monitor recent messages and inquiries.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Interaction History:</a:t>
            </a: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Comprehensive log of past appointment notes and service records.</a:t>
            </a:r>
            <a:endParaRPr lang="en-US" sz="12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1E430-DDE5-26ED-B276-80D18CE8E589}"/>
              </a:ext>
            </a:extLst>
          </p:cNvPr>
          <p:cNvSpPr/>
          <p:nvPr/>
        </p:nvSpPr>
        <p:spPr>
          <a:xfrm>
            <a:off x="12879659" y="7738946"/>
            <a:ext cx="1661531" cy="40144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720" y="702469"/>
            <a:ext cx="4805482" cy="589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Dashboard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7720" y="1627465"/>
            <a:ext cx="13014960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Customer Dashboard serves as a comprehensive, personalized hub for managing all insurance needs, providing users with a seamless interface to oversee their coverage, interactions, and scheduling.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07720" y="3031927"/>
            <a:ext cx="359283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Experience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07720" y="3494365"/>
            <a:ext cx="6263045" cy="188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Upcoming Appointments: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Easily see and manage all scheduled meetings with agents.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Insurance Plans: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Quick access to policy details, coverage information, validity dates, and premium schedules.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Activity Overview: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detailed summary of your recent interactions, status updates, and account history.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7720" y="5546169"/>
            <a:ext cx="3377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Appointment Booking System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7720" y="6008608"/>
            <a:ext cx="6263045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and select from available agents.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your preferred date and time slot from our integrated calendar.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and confirm appointments instantly.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255" y="2593777"/>
            <a:ext cx="6234946" cy="2928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67255" y="5710833"/>
            <a:ext cx="365760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Insurance Plans &amp; Policy Details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567255" y="6173272"/>
            <a:ext cx="6263045" cy="1295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available insurance plans tailored to your needs.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comprehensive plan information including coverage limits and terms.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 appointments with agents or opt-in directly to new plans.</a:t>
            </a:r>
            <a:endParaRPr lang="en-US" sz="1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A395D1-C9F4-50A1-7C73-B1539FB7AE93}"/>
              </a:ext>
            </a:extLst>
          </p:cNvPr>
          <p:cNvSpPr/>
          <p:nvPr/>
        </p:nvSpPr>
        <p:spPr>
          <a:xfrm>
            <a:off x="12879659" y="7738946"/>
            <a:ext cx="1661531" cy="40144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678775"/>
            <a:ext cx="7793474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Conclusion: InsureAI's Impact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8552" y="1676043"/>
            <a:ext cx="1303329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InsureAI is set to revolutionize the insurance sector, offering substantial benefits to all stakeholders.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8552" y="2619256"/>
            <a:ext cx="4199453" cy="2364105"/>
          </a:xfrm>
          <a:prstGeom prst="roundRect">
            <a:avLst>
              <a:gd name="adj" fmla="val 618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52" y="2588776"/>
            <a:ext cx="4199453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974" y="2277070"/>
            <a:ext cx="684490" cy="68449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1357" y="2482334"/>
            <a:ext cx="273725" cy="2737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7156" y="3189684"/>
            <a:ext cx="3084671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Streamlined Operations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057156" y="3655695"/>
            <a:ext cx="3682246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Digitalization simplifies complex insurance management processes for all users.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5215414" y="2619256"/>
            <a:ext cx="4199453" cy="2364105"/>
          </a:xfrm>
          <a:prstGeom prst="roundRect">
            <a:avLst>
              <a:gd name="adj" fmla="val 618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414" y="2588776"/>
            <a:ext cx="4199453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836" y="2277070"/>
            <a:ext cx="684490" cy="68449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8219" y="2482334"/>
            <a:ext cx="273725" cy="2737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474018" y="3189684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Enhanced Efficiency</a:t>
            </a:r>
            <a:endParaRPr lang="en-US" sz="2100" dirty="0"/>
          </a:p>
        </p:txBody>
      </p:sp>
      <p:sp>
        <p:nvSpPr>
          <p:cNvPr id="15" name="Text 7"/>
          <p:cNvSpPr/>
          <p:nvPr/>
        </p:nvSpPr>
        <p:spPr>
          <a:xfrm>
            <a:off x="5474018" y="3655695"/>
            <a:ext cx="3682246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 time and resource savings across admin, agent, and customer workflows.</a:t>
            </a:r>
            <a:endParaRPr lang="en-US" sz="1750" dirty="0"/>
          </a:p>
        </p:txBody>
      </p:sp>
      <p:sp>
        <p:nvSpPr>
          <p:cNvPr id="16" name="Shape 8"/>
          <p:cNvSpPr/>
          <p:nvPr/>
        </p:nvSpPr>
        <p:spPr>
          <a:xfrm>
            <a:off x="9632275" y="2619256"/>
            <a:ext cx="4199453" cy="2364105"/>
          </a:xfrm>
          <a:prstGeom prst="roundRect">
            <a:avLst>
              <a:gd name="adj" fmla="val 618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275" y="2588776"/>
            <a:ext cx="4199453" cy="12192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697" y="2277070"/>
            <a:ext cx="684490" cy="68449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95080" y="2482334"/>
            <a:ext cx="273725" cy="27372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890879" y="3189684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Intuitive Experience</a:t>
            </a:r>
            <a:endParaRPr lang="en-US" sz="2100" dirty="0"/>
          </a:p>
        </p:txBody>
      </p:sp>
      <p:sp>
        <p:nvSpPr>
          <p:cNvPr id="21" name="Text 10"/>
          <p:cNvSpPr/>
          <p:nvPr/>
        </p:nvSpPr>
        <p:spPr>
          <a:xfrm>
            <a:off x="9890879" y="3655695"/>
            <a:ext cx="368224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user-friendly design ensures smooth interactions and high satisfaction.</a:t>
            </a:r>
            <a:endParaRPr lang="en-US" sz="1750" dirty="0"/>
          </a:p>
        </p:txBody>
      </p:sp>
      <p:sp>
        <p:nvSpPr>
          <p:cNvPr id="22" name="Shape 11"/>
          <p:cNvSpPr/>
          <p:nvPr/>
        </p:nvSpPr>
        <p:spPr>
          <a:xfrm>
            <a:off x="798552" y="5542955"/>
            <a:ext cx="6407825" cy="2007751"/>
          </a:xfrm>
          <a:prstGeom prst="roundRect">
            <a:avLst>
              <a:gd name="adj" fmla="val 7287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552" y="5512475"/>
            <a:ext cx="6407825" cy="12192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160" y="5200769"/>
            <a:ext cx="684490" cy="68449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65543" y="5406033"/>
            <a:ext cx="273725" cy="273725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057156" y="6113383"/>
            <a:ext cx="2883098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Future-Proof Platform</a:t>
            </a:r>
            <a:endParaRPr lang="en-US" sz="2100" dirty="0"/>
          </a:p>
        </p:txBody>
      </p:sp>
      <p:sp>
        <p:nvSpPr>
          <p:cNvPr id="27" name="Text 13"/>
          <p:cNvSpPr/>
          <p:nvPr/>
        </p:nvSpPr>
        <p:spPr>
          <a:xfrm>
            <a:off x="1057156" y="6579394"/>
            <a:ext cx="589061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for growth and flexibility to meet evolving industry demands.</a:t>
            </a:r>
            <a:endParaRPr lang="en-US" sz="1750" dirty="0"/>
          </a:p>
        </p:txBody>
      </p:sp>
      <p:sp>
        <p:nvSpPr>
          <p:cNvPr id="28" name="Shape 14"/>
          <p:cNvSpPr/>
          <p:nvPr/>
        </p:nvSpPr>
        <p:spPr>
          <a:xfrm>
            <a:off x="7423785" y="5542955"/>
            <a:ext cx="6407944" cy="2007751"/>
          </a:xfrm>
          <a:prstGeom prst="roundRect">
            <a:avLst>
              <a:gd name="adj" fmla="val 7287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3785" y="5512475"/>
            <a:ext cx="6407944" cy="121920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512" y="5200769"/>
            <a:ext cx="684490" cy="684490"/>
          </a:xfrm>
          <a:prstGeom prst="rect">
            <a:avLst/>
          </a:prstGeom>
        </p:spPr>
      </p:pic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90895" y="5406033"/>
            <a:ext cx="273725" cy="273725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7682389" y="6113383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Innovating Forward</a:t>
            </a:r>
            <a:endParaRPr lang="en-US" sz="2100" dirty="0"/>
          </a:p>
        </p:txBody>
      </p:sp>
      <p:sp>
        <p:nvSpPr>
          <p:cNvPr id="33" name="Text 16"/>
          <p:cNvSpPr/>
          <p:nvPr/>
        </p:nvSpPr>
        <p:spPr>
          <a:xfrm>
            <a:off x="7682389" y="6579394"/>
            <a:ext cx="589073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Upcoming AI features for personalized recommendations and automated processes.</a:t>
            </a:r>
            <a:endParaRPr lang="en-US" sz="17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4BDF3D-1BE6-88F6-AF18-E4D5D3209D9F}"/>
              </a:ext>
            </a:extLst>
          </p:cNvPr>
          <p:cNvSpPr/>
          <p:nvPr/>
        </p:nvSpPr>
        <p:spPr>
          <a:xfrm>
            <a:off x="12879659" y="7738946"/>
            <a:ext cx="1661531" cy="40144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506</Words>
  <Application>Microsoft Office PowerPoint</Application>
  <PresentationFormat>Custom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Source Sans 3</vt:lpstr>
      <vt:lpstr>Source Serif 4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My System</cp:lastModifiedBy>
  <cp:revision>2</cp:revision>
  <dcterms:created xsi:type="dcterms:W3CDTF">2026-03-20T13:44:07Z</dcterms:created>
  <dcterms:modified xsi:type="dcterms:W3CDTF">2026-03-20T15:31:39Z</dcterms:modified>
</cp:coreProperties>
</file>