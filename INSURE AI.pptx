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B0E-AD95-49CF-AB5A-B51CBA6576A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E1CB8DA-3FCB-47A2-936D-875143DA4BD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568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B0E-AD95-49CF-AB5A-B51CBA6576A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B8DA-3FCB-47A2-936D-875143DA4BD3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01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B0E-AD95-49CF-AB5A-B51CBA6576A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B8DA-3FCB-47A2-936D-875143DA4BD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757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B0E-AD95-49CF-AB5A-B51CBA6576A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B8DA-3FCB-47A2-936D-875143DA4BD3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18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B0E-AD95-49CF-AB5A-B51CBA6576A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B8DA-3FCB-47A2-936D-875143DA4BD3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061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B0E-AD95-49CF-AB5A-B51CBA6576A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B8DA-3FCB-47A2-936D-875143DA4BD3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415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B0E-AD95-49CF-AB5A-B51CBA6576A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B8DA-3FCB-47A2-936D-875143DA4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42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B0E-AD95-49CF-AB5A-B51CBA6576A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B8DA-3FCB-47A2-936D-875143DA4BD3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314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CE17B0E-AD95-49CF-AB5A-B51CBA6576A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B8DA-3FCB-47A2-936D-875143DA4BD3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754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B0E-AD95-49CF-AB5A-B51CBA6576A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B8DA-3FCB-47A2-936D-875143DA4BD3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105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B0E-AD95-49CF-AB5A-B51CBA6576A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B8DA-3FCB-47A2-936D-875143DA4BD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100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17B0E-AD95-49CF-AB5A-B51CBA6576A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E1CB8DA-3FCB-47A2-936D-875143DA4BD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180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DAC50-82C4-CC13-8387-0D15F5A18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2403" y="1112508"/>
            <a:ext cx="8637073" cy="2418696"/>
          </a:xfrm>
        </p:spPr>
        <p:txBody>
          <a:bodyPr/>
          <a:lstStyle/>
          <a:p>
            <a:pPr algn="ctr"/>
            <a:r>
              <a:rPr lang="en-US" sz="96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INSURE AI</a:t>
            </a:r>
            <a:br>
              <a:rPr lang="en-US" sz="96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8E169B-8F98-A928-9277-E2952BFB10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latin typeface="Bookman Old Style" panose="02050604050505020204" pitchFamily="18" charset="0"/>
              </a:rPr>
              <a:t>Online Corporate Insurance using AI</a:t>
            </a:r>
            <a:endParaRPr lang="en-IN" dirty="0">
              <a:latin typeface="Bookman Old Style" panose="020506040505050202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37F53A-778E-2242-06AF-B91382037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69" y="4179789"/>
            <a:ext cx="3675619" cy="2436646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F40F9F-58ED-DF85-9D25-F56BC843EA0A}"/>
              </a:ext>
            </a:extLst>
          </p:cNvPr>
          <p:cNvSpPr txBox="1"/>
          <p:nvPr/>
        </p:nvSpPr>
        <p:spPr>
          <a:xfrm>
            <a:off x="9431079" y="5301020"/>
            <a:ext cx="35938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- Sai Nikesh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204437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DC0E6-F4CA-A0A9-FC28-B23B647E1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623766"/>
            <a:ext cx="9603275" cy="104923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79561-1181-30F4-1F80-66BD59A27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161" y="1350334"/>
            <a:ext cx="10204249" cy="4392457"/>
          </a:xfrm>
        </p:spPr>
        <p:txBody>
          <a:bodyPr>
            <a:normAutofit/>
          </a:bodyPr>
          <a:lstStyle/>
          <a:p>
            <a:r>
              <a:rPr lang="en-IN" sz="2200" b="1" dirty="0"/>
              <a:t>Outcomes:</a:t>
            </a:r>
            <a:endParaRPr lang="en-IN" sz="2200" dirty="0"/>
          </a:p>
          <a:p>
            <a:r>
              <a:rPr lang="en-IN" sz="2200" dirty="0"/>
              <a:t>Allow Customer to easily schedule appointments with preferred Agents.</a:t>
            </a:r>
          </a:p>
          <a:p>
            <a:r>
              <a:rPr lang="en-IN" sz="2200" dirty="0"/>
              <a:t>Provide Agents with a convenient way to manage their appointment schedules.</a:t>
            </a:r>
          </a:p>
          <a:p>
            <a:r>
              <a:rPr lang="en-IN" sz="2200" dirty="0"/>
              <a:t>Improve efficiency in outpatient appointment booking and management.</a:t>
            </a:r>
          </a:p>
          <a:p>
            <a:r>
              <a:rPr lang="en-IN" sz="2200" dirty="0"/>
              <a:t>Enhance patient satisfaction by offering a seamless and user-friendly interface</a:t>
            </a:r>
            <a:r>
              <a:rPr lang="en-IN" sz="2400" dirty="0"/>
              <a:t>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86B8AE-34C1-EF9F-D090-188238C69C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81" t="11326" r="10200" b="6949"/>
          <a:stretch>
            <a:fillRect/>
          </a:stretch>
        </p:blipFill>
        <p:spPr>
          <a:xfrm>
            <a:off x="9148386" y="3642254"/>
            <a:ext cx="3213735" cy="340121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30760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7B6C0-C3F3-E10E-97AF-01763954A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CF67391-F629-EAF8-DCC0-AA9E6C8F94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3782" y="3450613"/>
            <a:ext cx="7048218" cy="3312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DD8BF6-98AF-126F-B8AC-D15404690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048218" cy="34506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3CCBF9-DF34-A634-D4CA-A6B4E5FF8527}"/>
              </a:ext>
            </a:extLst>
          </p:cNvPr>
          <p:cNvSpPr txBox="1"/>
          <p:nvPr/>
        </p:nvSpPr>
        <p:spPr>
          <a:xfrm>
            <a:off x="7242688" y="1990464"/>
            <a:ext cx="47548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b="1" dirty="0"/>
              <a:t>User Authentication and Registration</a:t>
            </a:r>
          </a:p>
          <a:p>
            <a:pPr lvl="0"/>
            <a:r>
              <a:rPr lang="en-IN" sz="2000" b="1" dirty="0"/>
              <a:t>When the user selects GET STARTED then the user is redirected to the login page 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52E38-3B5B-C46A-1A4F-07407397989E}"/>
              </a:ext>
            </a:extLst>
          </p:cNvPr>
          <p:cNvSpPr txBox="1"/>
          <p:nvPr/>
        </p:nvSpPr>
        <p:spPr>
          <a:xfrm>
            <a:off x="301256" y="4178595"/>
            <a:ext cx="455073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 User need to Enter his/her details and proceed to login. In case he doesn’t have an account he can create a new account by filling the necessary details.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765021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C0B91-D195-B8C3-DC62-D8E93A043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9C66CD-FB35-3107-96E5-1AF4295BAC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429000"/>
            <a:ext cx="8275578" cy="34496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264192-D808-DEC7-DFD4-C366237CE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712" y="-114289"/>
            <a:ext cx="7970288" cy="35432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41D0D9-0991-5556-ED1D-182A9DCFC267}"/>
              </a:ext>
            </a:extLst>
          </p:cNvPr>
          <p:cNvSpPr txBox="1"/>
          <p:nvPr/>
        </p:nvSpPr>
        <p:spPr>
          <a:xfrm>
            <a:off x="431499" y="2056601"/>
            <a:ext cx="3790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User Dashboard </a:t>
            </a:r>
            <a:endParaRPr lang="en-IN" sz="3200" b="1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ACAB9F-393B-CEBA-29F3-D702B7D3D271}"/>
              </a:ext>
            </a:extLst>
          </p:cNvPr>
          <p:cNvSpPr txBox="1"/>
          <p:nvPr/>
        </p:nvSpPr>
        <p:spPr>
          <a:xfrm>
            <a:off x="8793077" y="4347809"/>
            <a:ext cx="28814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APPOINTMENT SCHEDULING</a:t>
            </a:r>
            <a:endParaRPr lang="en-IN" sz="32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902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E90B8-FFD2-7703-BE61-D5935CFBB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FE0AB68-A3BE-DA14-7EDB-D247E5C90F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043" y="128935"/>
            <a:ext cx="7349058" cy="3449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9176D3-0B25-F0B7-C48C-CE48A8F45B21}"/>
              </a:ext>
            </a:extLst>
          </p:cNvPr>
          <p:cNvSpPr txBox="1"/>
          <p:nvPr/>
        </p:nvSpPr>
        <p:spPr>
          <a:xfrm>
            <a:off x="7954690" y="1098303"/>
            <a:ext cx="35603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AGENT BOOKING</a:t>
            </a:r>
            <a:endParaRPr lang="en-IN" sz="32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85450F-05D7-FD8C-4906-5632DC2CA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952" y="3578573"/>
            <a:ext cx="6937900" cy="32747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864AD40-CF09-2EFA-86D8-45D30C5D757D}"/>
              </a:ext>
            </a:extLst>
          </p:cNvPr>
          <p:cNvSpPr txBox="1"/>
          <p:nvPr/>
        </p:nvSpPr>
        <p:spPr>
          <a:xfrm>
            <a:off x="1451579" y="4469587"/>
            <a:ext cx="2870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AI </a:t>
            </a:r>
            <a:r>
              <a:rPr lang="en-US" sz="32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ADVISOR</a:t>
            </a:r>
            <a:r>
              <a:rPr lang="en-US" sz="3200" dirty="0"/>
              <a:t>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4699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03E59-9B2C-6993-C47E-25C1AFBCF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76ABD-0B8C-C056-D4D8-00F7B9CE7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59682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114</TotalTime>
  <Words>116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Bookman Old Style</vt:lpstr>
      <vt:lpstr>Cascadia Code SemiBold</vt:lpstr>
      <vt:lpstr>Gill Sans MT</vt:lpstr>
      <vt:lpstr>Raleway</vt:lpstr>
      <vt:lpstr>Gallery</vt:lpstr>
      <vt:lpstr>INSURE AI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2</cp:revision>
  <dcterms:created xsi:type="dcterms:W3CDTF">2026-03-23T13:47:18Z</dcterms:created>
  <dcterms:modified xsi:type="dcterms:W3CDTF">2026-03-23T15:41:51Z</dcterms:modified>
</cp:coreProperties>
</file>